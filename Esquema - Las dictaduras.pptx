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E398A-FB44-AA50-437D-8632417F0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E527A9-BD29-162B-EE36-DABFA053D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5545D1-6B6B-FBB7-D156-7C1DF96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6A81B5-F88D-F54A-2EF3-C21880B6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1ACD19-0F47-7E96-023C-6467E48B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891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63667-8040-2585-B524-18167BCB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CEDF7-849A-F613-7E49-7D807F078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4B176-CA6E-3840-DAB7-314F2E08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A6757E-7526-5430-1211-D3BCA0B5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2E6919-3A2E-DDC0-7735-0E13D395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334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B7433-A5FA-B1FC-C088-230132C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619076-919F-788E-9930-FC90CA702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00B5F9-9568-56B7-BE8F-7A98262E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C9BEC-1014-EFC8-76FC-451703E2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348DF3-2E84-00B9-2ACC-0E47EBE8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517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6B775-5AE5-12B6-E4BC-8116B31C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47B736-F464-6B5A-0B72-77470F59C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8A7277-ED72-5858-E642-74D821B17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8766B8-0AA6-E639-F037-2FAF0D53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EA90E3-0C45-15DC-80F7-95859343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A34DD-2E23-729C-B816-14B8E2BA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16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82576-3B8A-8295-9DB1-5E1FD437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E22E12-4486-8E54-4CA6-8564D3CFC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44DA1-CC18-160C-FB87-4D2F83E9B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32EAAF-3B79-EB6C-1137-EFF331AA9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1F23AD8-C8E2-E002-C380-8DDDB326C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1023AC-0295-B804-8D8E-BF1A1797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E5610B-C187-E24A-C62E-E7093E10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43E147-7DE8-FEE8-E8D6-8A2C89D9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823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2945B-9FE4-C3B6-FF48-00681DB0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B396C8E-9BFE-F4FD-E35E-6C8F89F9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1EDDB6-0A72-99AE-AE77-741F38A2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0A2769-78DA-BCB0-5787-E711AB1D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542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5FF5F6-05F7-E1B8-BF0B-E7FB1957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E1A595-76C7-2D6C-34B2-9FD32720D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C8717E-4009-13E9-FDF5-9C04981C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134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04195-7F90-8D5F-A154-AD6C6661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44FF5C-DA83-8F09-9438-DE55E75D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EEB98-556A-19F6-9AED-DA4EFC14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9F8B06-8207-BAA1-3B52-23D43695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830500-5B3F-E477-012D-B5CD2DDC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9E07BA-2A06-E2B8-D6C3-3E6C8177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17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0603D-068C-1709-8136-7E7C9C0C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83E9D8-660F-54CE-1DEA-51E653AAB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050BDF-175A-BC65-D31D-7023B8796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1A65DA-5850-DA50-E78B-AB38AE16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6DC427-3242-AF58-3815-3600DFBC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B2CBC6-EE04-B927-C2D7-0CD379B4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68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948A7-A5E7-0419-D299-A131141E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6CD3F6-5828-BBE6-B84B-73C4E7768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28151-851D-FFBA-AC81-895E10FA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3EC8B4-C904-F985-088A-A7FF6A45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390E57-CC65-B756-BDFC-0A30346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49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EF1FB7-5CB4-24AD-8DD8-CACB878CC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F68C43-B1FE-6513-AFF4-CFCCD9AC8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3620CE-7519-31F6-3363-C0355B099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35E6FB-5A8E-BCAC-E598-FB172891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CF15CC-6CAC-9B88-810C-7E7AFEDB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952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DDA362-E51A-DF73-9047-D8068F93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7F8AA0-9CD9-7E26-FA54-5BEF52C57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C83FBD-AEC0-4B6C-553E-FAD414A6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51423-6EBB-4A63-9FF5-6B8A7A965507}" type="datetimeFigureOut">
              <a:rPr lang="es-ES" smtClean="0"/>
              <a:t>15/02/2024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3CC17F-3A8A-5522-FDA8-B48A3999C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2CED02-53AB-962B-DDCE-34FDD2880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56B51-98E0-429E-A8D4-DEE6B793D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140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87CA0D1-FB47-634C-7E2C-6E8C6DACE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039" y="0"/>
            <a:ext cx="97019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04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García Villameriel</dc:creator>
  <cp:lastModifiedBy>Luis García Villameriel</cp:lastModifiedBy>
  <cp:revision>1</cp:revision>
  <dcterms:created xsi:type="dcterms:W3CDTF">2024-02-15T18:41:32Z</dcterms:created>
  <dcterms:modified xsi:type="dcterms:W3CDTF">2024-02-15T18:41:44Z</dcterms:modified>
</cp:coreProperties>
</file>